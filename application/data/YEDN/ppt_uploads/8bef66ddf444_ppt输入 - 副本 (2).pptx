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01950" y="198755"/>
            <a:ext cx="6724650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r>
              <a:rPr lang="en-US" altLang="zh-CN"/>
              <a:t>DN-20260517-13 Class2 FP06634 1067_SAB_ASI Pattern_Fail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01930" y="869950"/>
            <a:ext cx="7078980" cy="497459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p>
            <a:r>
              <a:rPr lang="en-US" altLang="zh-CN"/>
              <a:t>1.Tech/Product ID/Lot ID/Scan Count:</a:t>
            </a:r>
            <a:endParaRPr lang="en-US" altLang="zh-CN"/>
          </a:p>
          <a:p>
            <a:r>
              <a:rPr lang="en-US" altLang="zh-CN"/>
              <a:t> 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/>
              <a:t>2.Current Step:  </a:t>
            </a:r>
            <a:endParaRPr lang="en-US" altLang="zh-CN"/>
          </a:p>
          <a:p>
            <a:r>
              <a:rPr lang="en-US" altLang="zh-CN"/>
              <a:t>3.Major type/Defect count: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 </a:t>
            </a:r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en-US" altLang="zh-CN"/>
              <a:t>4.Defect distr.Map:  </a:t>
            </a:r>
            <a:endParaRPr lang="en-US" altLang="zh-CN"/>
          </a:p>
          <a:p>
            <a:r>
              <a:rPr lang="en-US" altLang="zh-CN"/>
              <a:t>5.Current scan Tool/time/wager</a:t>
            </a:r>
            <a:endParaRPr lang="en-US" altLang="zh-CN"/>
          </a:p>
          <a:p>
            <a:r>
              <a:rPr lang="en-US" altLang="zh-CN"/>
              <a:t>  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/>
              <a:t>6.Pre-scan stage:</a:t>
            </a:r>
            <a:endParaRPr lang="en-US" altLang="zh-CN"/>
          </a:p>
          <a:p>
            <a:r>
              <a:rPr lang="en-US" altLang="zh-CN"/>
              <a:t>7.Suspected module/EQP ID/Process Time</a:t>
            </a:r>
            <a:endParaRPr lang="en-US" altLang="zh-CN"/>
          </a:p>
          <a:p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8.Inform who/date-time:</a:t>
            </a:r>
            <a:endParaRPr lang="en-US" altLang="zh-CN"/>
          </a:p>
          <a:p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9.Highlight EQ status:  </a:t>
            </a:r>
            <a:endParaRPr lang="en-US" altLang="zh-CN"/>
          </a:p>
          <a:p>
            <a:r>
              <a:rPr lang="en-US" altLang="zh-CN"/>
              <a:t>10.Lots Current Status:  </a:t>
            </a:r>
            <a:endParaRPr lang="en-US" altLang="zh-CN"/>
          </a:p>
          <a:p>
            <a:r>
              <a:rPr lang="en-US" altLang="zh-CN"/>
              <a:t>11.Suspected model &amp; Containment Action: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7337425" y="929640"/>
            <a:ext cx="4696460" cy="22586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337425" y="3668395"/>
            <a:ext cx="4696460" cy="22586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1840" y="1175385"/>
            <a:ext cx="6529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CL040LP/2506/IF95587  NG 04/AdhCANC 25/Total 24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973580" y="1463675"/>
            <a:ext cx="1716405" cy="347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SAB_ASI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77825" y="2038350"/>
            <a:ext cx="613537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 #15 Pattern_Fail   100/R800/T98005/N21473  23.25%</a:t>
            </a:r>
            <a:endParaRPr lang="en-US" altLang="zh-CN" b="1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178685" y="2526030"/>
            <a:ext cx="2063750" cy="347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Cluster/Center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58165" y="3088640"/>
            <a:ext cx="348996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FLBFIK04 2026/5/17  7:24:48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58165" y="3856355"/>
            <a:ext cx="4547235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PEETCH FEASHM13  2026/5/16 3:15:01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77825" y="4430395"/>
            <a:ext cx="695960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liuYanng(1108738)-&gt;LiDongShuo(11103042)  2026/5/17  9:10:00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733675" y="5004435"/>
            <a:ext cx="346202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Scrap #1#2#3#6#7#10#11#15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596515" y="4705985"/>
            <a:ext cx="957580" cy="347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  <a:sym typeface="+mn-ea"/>
              </a:rPr>
              <a:t>Down</a:t>
            </a:r>
            <a:endParaRPr lang="zh-CN" altLang="en-US"/>
          </a:p>
        </p:txBody>
      </p:sp>
      <p:pic>
        <p:nvPicPr>
          <p:cNvPr id="30" name="图片 29" descr="1783318805676"/>
          <p:cNvPicPr>
            <a:picLocks noChangeAspect="1"/>
          </p:cNvPicPr>
          <p:nvPr/>
        </p:nvPicPr>
        <p:blipFill>
          <a:blip r:embed="rId1"/>
          <a:srcRect l="4120" t="2898" r="18731" b="2231"/>
          <a:stretch>
            <a:fillRect/>
          </a:stretch>
        </p:blipFill>
        <p:spPr>
          <a:xfrm>
            <a:off x="10049510" y="3753485"/>
            <a:ext cx="1717675" cy="1997710"/>
          </a:xfrm>
          <a:prstGeom prst="rect">
            <a:avLst/>
          </a:prstGeom>
        </p:spPr>
      </p:pic>
      <p:pic>
        <p:nvPicPr>
          <p:cNvPr id="31" name="图片 30" descr="1783318848223"/>
          <p:cNvPicPr>
            <a:picLocks noChangeAspect="1"/>
          </p:cNvPicPr>
          <p:nvPr/>
        </p:nvPicPr>
        <p:blipFill>
          <a:blip r:embed="rId2"/>
          <a:srcRect l="2157" t="2009" r="19759"/>
          <a:stretch>
            <a:fillRect/>
          </a:stretch>
        </p:blipFill>
        <p:spPr>
          <a:xfrm>
            <a:off x="7622540" y="3753485"/>
            <a:ext cx="1696085" cy="1997075"/>
          </a:xfrm>
          <a:prstGeom prst="rect">
            <a:avLst/>
          </a:prstGeom>
        </p:spPr>
      </p:pic>
      <p:pic>
        <p:nvPicPr>
          <p:cNvPr id="32" name="图片 31" descr="1783319310678"/>
          <p:cNvPicPr>
            <a:picLocks noChangeAspect="1"/>
          </p:cNvPicPr>
          <p:nvPr/>
        </p:nvPicPr>
        <p:blipFill>
          <a:blip r:embed="rId3"/>
          <a:srcRect l="4324" t="3870" r="35278" b="25185"/>
          <a:stretch>
            <a:fillRect/>
          </a:stretch>
        </p:blipFill>
        <p:spPr>
          <a:xfrm>
            <a:off x="7706360" y="1066165"/>
            <a:ext cx="1689735" cy="1985645"/>
          </a:xfrm>
          <a:prstGeom prst="rect">
            <a:avLst/>
          </a:prstGeom>
        </p:spPr>
      </p:pic>
      <p:pic>
        <p:nvPicPr>
          <p:cNvPr id="33" name="图片 32" descr="17833198592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4255" y="1066165"/>
            <a:ext cx="1852930" cy="19850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WPS 演示</Application>
  <PresentationFormat>宽屏</PresentationFormat>
  <Paragraphs>40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20599</cp:lastModifiedBy>
  <cp:revision>158</cp:revision>
  <dcterms:created xsi:type="dcterms:W3CDTF">2019-06-19T02:08:00Z</dcterms:created>
  <dcterms:modified xsi:type="dcterms:W3CDTF">2026-07-06T06:39:07Z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234083B29BBE40CDB83FFA10373D939D_11</vt:lpwstr>
  </property>
</Properties>
</file>